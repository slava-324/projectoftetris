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Merriweather Bold" panose="020B0604020202020204" charset="-52"/>
      <p:regular r:id="rId16"/>
    </p:embeddedFont>
    <p:embeddedFont>
      <p:font typeface="Open Sans" panose="020B0606030504020204" pitchFamily="34" charset="0"/>
      <p:regular r:id="rId17"/>
    </p:embeddedFont>
    <p:embeddedFont>
      <p:font typeface="Open Sans Bold" panose="020B080603050402020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641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662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5805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368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2453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91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926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522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49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348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48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362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11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D1FDF-56EF-4993-9495-9872C9A9AABD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0D5E0-E683-496A-AD5B-DB512DD9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3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Опыт создания игры Тетрис на движке Godot 4.3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61475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 идеи до готового продукта: путь начинающего разработчика</a:t>
            </a:r>
            <a:endParaRPr lang="en-US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57B3CF-C1ED-472E-9703-7FF4F16C65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11" r="-87"/>
          <a:stretch/>
        </p:blipFill>
        <p:spPr>
          <a:xfrm>
            <a:off x="8724900" y="0"/>
            <a:ext cx="3467100" cy="68577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Описание игры и техническая реализация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61476" y="1551650"/>
            <a:ext cx="5410759" cy="2154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Современная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адаптация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классического «Тетриса» на движке </a:t>
            </a:r>
            <a:r>
              <a:rPr lang="en-US" sz="16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Godot 4.3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ru-RU" sz="1600" dirty="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ru-RU" sz="1600" dirty="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Цель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воссоздать оригинальный геймплей с внедрением </a:t>
            </a: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новых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решений</a:t>
            </a:r>
            <a:r>
              <a:rPr lang="ru-RU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освоить создание игр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462" y="3937000"/>
            <a:ext cx="7773538" cy="27493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6" y="4173810"/>
            <a:ext cx="6321774" cy="79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Классические правила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61477" y="4804114"/>
            <a:ext cx="7196486" cy="79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Фигуры падают в стакан 10×20 клеток. Игрок вращает и </a:t>
            </a: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перемещает</a:t>
            </a:r>
            <a:endParaRPr lang="ru-RU" sz="1600" dirty="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их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заполняя горизонтальные ряды.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61476" y="5742446"/>
            <a:ext cx="7196487" cy="843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Заполненный ряд уничтожается, начисляются очки, </a:t>
            </a: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пространство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ru-RU" sz="1600" dirty="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выше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сдвигается вниз.</a:t>
            </a:r>
            <a:endParaRPr lang="en-US" sz="16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8D7AFE9-337C-4144-8179-C99800B2F0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614" t="1973" r="19512" b="24018"/>
          <a:stretch/>
        </p:blipFill>
        <p:spPr>
          <a:xfrm>
            <a:off x="8705815" y="1176814"/>
            <a:ext cx="2672033" cy="52362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7685E9-9F25-40A4-B928-81F2360186F6}"/>
              </a:ext>
            </a:extLst>
          </p:cNvPr>
          <p:cNvSpPr txBox="1"/>
          <p:nvPr/>
        </p:nvSpPr>
        <p:spPr>
          <a:xfrm>
            <a:off x="8705815" y="6455513"/>
            <a:ext cx="26720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/>
              <a:t>Пример игрового окна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31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Новые функциональные возможности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30238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Проект не ограничивается копированием — интегрированы новые решения: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1891705"/>
            <a:ext cx="5351329" cy="2265263"/>
          </a:xfrm>
          <a:prstGeom prst="roundRect">
            <a:avLst>
              <a:gd name="adj" fmla="val 3286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025" y="2075259"/>
            <a:ext cx="531601" cy="531614"/>
          </a:xfrm>
          <a:prstGeom prst="ellipse">
            <a:avLst/>
          </a:prstGeom>
          <a:solidFill>
            <a:srgbClr val="FFAD9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171" y="2221409"/>
            <a:ext cx="239210" cy="239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025" y="2772966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Динамическая сложность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5025" y="3149501"/>
            <a:ext cx="4984228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Скорость падения адаптируется под навыки. В меню можно выбрать уровень сложности — это помогает новичкам.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8892" y="1891705"/>
            <a:ext cx="5351329" cy="2265263"/>
          </a:xfrm>
          <a:prstGeom prst="roundRect">
            <a:avLst>
              <a:gd name="adj" fmla="val 3286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62442" y="2075259"/>
            <a:ext cx="531601" cy="531614"/>
          </a:xfrm>
          <a:prstGeom prst="ellipse">
            <a:avLst/>
          </a:prstGeom>
          <a:solidFill>
            <a:srgbClr val="FFAD9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8587" y="2221409"/>
            <a:ext cx="239210" cy="239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62442" y="2772966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Игровая статистика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62442" y="3149501"/>
            <a:ext cx="49842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Фиксация максимального количества очков на разных уровнях сложности.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61475" y="4323060"/>
            <a:ext cx="5351329" cy="1990626"/>
          </a:xfrm>
          <a:prstGeom prst="roundRect">
            <a:avLst>
              <a:gd name="adj" fmla="val 3739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025" y="4506615"/>
            <a:ext cx="531601" cy="531614"/>
          </a:xfrm>
          <a:prstGeom prst="ellipse">
            <a:avLst/>
          </a:prstGeom>
          <a:solidFill>
            <a:srgbClr val="FFAD9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1171" y="4652764"/>
            <a:ext cx="239210" cy="239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025" y="5204321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Пользовательский интерфейс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025" y="5580856"/>
            <a:ext cx="49842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Отслеживание прогресса, предпросмотр следующей фигуры, управление процессом.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178892" y="4323060"/>
            <a:ext cx="5351329" cy="1990626"/>
          </a:xfrm>
          <a:prstGeom prst="roundRect">
            <a:avLst>
              <a:gd name="adj" fmla="val 3739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2442" y="4506615"/>
            <a:ext cx="531601" cy="531614"/>
          </a:xfrm>
          <a:prstGeom prst="ellipse">
            <a:avLst/>
          </a:prstGeom>
          <a:solidFill>
            <a:srgbClr val="FFAD9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8587" y="4652764"/>
            <a:ext cx="239210" cy="239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2442" y="5204321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Обучение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362442" y="5481241"/>
            <a:ext cx="4984228" cy="648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Текстовое обучение основам «Тетриса» </a:t>
            </a: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прямо</a:t>
            </a:r>
            <a:endParaRPr lang="ru-RU" sz="1600" dirty="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игре.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Истоки идеи и мотивация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381215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Почему Тетрис?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1958966"/>
            <a:ext cx="3565138" cy="2229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Желание заглянуть «под капот» игрового механизма трансформировалось в осознанную цель. «Тетрис» — идеальный полигон для начинающего: нет сложной физики и оптимизации миров, что помогает освоить базовые вещи без сильных затруднений.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5529" y="5083478"/>
            <a:ext cx="3565138" cy="1382323"/>
          </a:xfrm>
          <a:prstGeom prst="roundRect">
            <a:avLst>
              <a:gd name="adj" fmla="val 6726"/>
            </a:avLst>
          </a:prstGeom>
          <a:solidFill>
            <a:srgbClr val="FFD8C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9" y="5274277"/>
            <a:ext cx="188213" cy="1506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4963" y="5229033"/>
            <a:ext cx="2925094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Реализация на Godot 4.3 проверила, насколько мечта соответствует реальным задачам.</a:t>
            </a:r>
            <a:endParaRPr lang="en-US" sz="16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0D6E161-9167-477C-A981-CF2E3ADA6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101" y="1229623"/>
            <a:ext cx="7232150" cy="45450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6935CF-D3B2-4B3A-BC21-A74B4B09DF87}"/>
              </a:ext>
            </a:extLst>
          </p:cNvPr>
          <p:cNvSpPr txBox="1"/>
          <p:nvPr/>
        </p:nvSpPr>
        <p:spPr>
          <a:xfrm>
            <a:off x="4710101" y="5962134"/>
            <a:ext cx="71389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/>
              <a:t>Пример рабочего окна </a:t>
            </a:r>
            <a:r>
              <a:rPr lang="en-US" sz="1100" dirty="0"/>
              <a:t>Godot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11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Результаты и приобретённые навыки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13670" y="154314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Игра стала базой прикладных знаний для любого разработчика: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3281" y="230300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171" y="23384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7529" y="236789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Нодовая система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97529" y="2776580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Иерархия объектов, сигналы между сценами, распределение логики в архитектуре Godot.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41099" y="223812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1989" y="227354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55347" y="2303009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Вёрстка UI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55347" y="2711691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меню, таблиц рекордов и игровых панелей: контейнеры, якоря, отзывчивый интерфейс.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4171" y="480347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061" y="483889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68419" y="486836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Сохранения данных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68419" y="5277049"/>
            <a:ext cx="6838106" cy="101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Реализация системы сохранений в формате JSON: сериализация объектов и корректное считывание при запуске.</a:t>
            </a:r>
            <a:endParaRPr lang="en-US" sz="16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FCA8207-36ED-46DD-9E46-DB3C4E560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352" y="1407758"/>
            <a:ext cx="2499477" cy="44033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11F87C-773E-4664-808F-B56D458A855F}"/>
              </a:ext>
            </a:extLst>
          </p:cNvPr>
          <p:cNvSpPr txBox="1"/>
          <p:nvPr/>
        </p:nvSpPr>
        <p:spPr>
          <a:xfrm>
            <a:off x="8938352" y="5811132"/>
            <a:ext cx="24994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/>
              <a:t>Пример </a:t>
            </a:r>
            <a:r>
              <a:rPr lang="ru-RU" sz="1100" dirty="0" err="1"/>
              <a:t>нодового</a:t>
            </a:r>
            <a:r>
              <a:rPr lang="ru-RU" sz="1100" dirty="0"/>
              <a:t> дерева и верстки </a:t>
            </a:r>
            <a:r>
              <a:rPr lang="en-US" sz="1100" dirty="0"/>
              <a:t>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Godot Game Engine Icon SVG Vector &amp; PNG Free Download | UXWing">
            <a:extLst>
              <a:ext uri="{FF2B5EF4-FFF2-40B4-BE49-F238E27FC236}">
                <a16:creationId xmlns:a16="http://schemas.microsoft.com/office/drawing/2014/main" id="{EF498A6A-5903-4B2F-AC58-8755D242A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297" y="353729"/>
            <a:ext cx="2671221" cy="252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Иллюстратор – Бесплатные иконки: интерфейс">
            <a:extLst>
              <a:ext uri="{FF2B5EF4-FFF2-40B4-BE49-F238E27FC236}">
                <a16:creationId xmlns:a16="http://schemas.microsoft.com/office/drawing/2014/main" id="{BD127803-2727-4D5C-9DD1-B5977A2F6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57" y="1734707"/>
            <a:ext cx="2113540" cy="211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4524649-784C-4FCD-8FBB-A570C6D83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80" y="3983013"/>
            <a:ext cx="2671221" cy="267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/>
          <p:cNvSpPr/>
          <p:nvPr/>
        </p:nvSpPr>
        <p:spPr>
          <a:xfrm>
            <a:off x="5233360" y="97264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Главный</a:t>
            </a: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итог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58759" y="1806713"/>
            <a:ext cx="6013399" cy="795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Тетрис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стал</a:t>
            </a:r>
            <a:r>
              <a:rPr lang="ru-RU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первой полноценной игрой и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толчком к созданию </a:t>
            </a: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новых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игр</a:t>
            </a:r>
            <a:r>
              <a:rPr lang="ru-RU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58759" y="2703901"/>
            <a:ext cx="45719" cy="598488"/>
          </a:xfrm>
          <a:prstGeom prst="roundRect">
            <a:avLst>
              <a:gd name="adj" fmla="val 50001"/>
            </a:avLst>
          </a:prstGeom>
          <a:solidFill>
            <a:srgbClr val="FFAD94"/>
          </a:solidFill>
          <a:ln/>
        </p:spPr>
      </p:sp>
      <p:sp>
        <p:nvSpPr>
          <p:cNvPr id="6" name="Shape 3"/>
          <p:cNvSpPr/>
          <p:nvPr/>
        </p:nvSpPr>
        <p:spPr>
          <a:xfrm>
            <a:off x="5227010" y="3466001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3360" y="3472351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391543"/>
                </a:lnTo>
                <a:lnTo>
                  <a:pt x="0" y="1391543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FD8CC"/>
          </a:solidFill>
          <a:ln/>
        </p:spPr>
      </p:sp>
      <p:sp>
        <p:nvSpPr>
          <p:cNvPr id="8" name="Text 5"/>
          <p:cNvSpPr/>
          <p:nvPr/>
        </p:nvSpPr>
        <p:spPr>
          <a:xfrm>
            <a:off x="5422367" y="366136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Что было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22367" y="407004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Тетрис на Godot 4.3 — первый полноценный игровой проект и база знаний.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33360" y="4863894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FFD8CC"/>
          </a:solidFill>
          <a:ln/>
        </p:spPr>
      </p:sp>
      <p:sp>
        <p:nvSpPr>
          <p:cNvPr id="11" name="Shape 8"/>
          <p:cNvSpPr/>
          <p:nvPr/>
        </p:nvSpPr>
        <p:spPr>
          <a:xfrm>
            <a:off x="5233360" y="486389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E5BEB2"/>
          </a:solidFill>
          <a:ln/>
        </p:spPr>
      </p:sp>
      <p:sp>
        <p:nvSpPr>
          <p:cNvPr id="12" name="Text 9"/>
          <p:cNvSpPr/>
          <p:nvPr/>
        </p:nvSpPr>
        <p:spPr>
          <a:xfrm>
            <a:off x="5422367" y="505290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Что стало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22367" y="546158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на движок </a:t>
            </a:r>
            <a:r>
              <a:rPr lang="en-US" sz="16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Unity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где опыт «Тетриса» помог быстрее освоиться и начать новые проекты.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5E6BC7-EE06-4FB6-81F4-8A3EEAB44EC6}"/>
              </a:ext>
            </a:extLst>
          </p:cNvPr>
          <p:cNvSpPr txBox="1"/>
          <p:nvPr/>
        </p:nvSpPr>
        <p:spPr>
          <a:xfrm>
            <a:off x="5376648" y="2791477"/>
            <a:ext cx="2864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Gamedev</a:t>
            </a:r>
            <a:r>
              <a:rPr lang="en-US" dirty="0"/>
              <a:t> </a:t>
            </a:r>
            <a:r>
              <a:rPr lang="en-US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</a:t>
            </a:r>
            <a:r>
              <a:rPr lang="ru-RU" dirty="0"/>
              <a:t> это круто</a:t>
            </a:r>
            <a:endParaRPr lang="en-US" dirty="0"/>
          </a:p>
        </p:txBody>
      </p:sp>
      <p:pic>
        <p:nvPicPr>
          <p:cNvPr id="1028" name="Picture 4" descr="Unity Hub macOS BigSur Значок">
            <a:extLst>
              <a:ext uri="{FF2B5EF4-FFF2-40B4-BE49-F238E27FC236}">
                <a16:creationId xmlns:a16="http://schemas.microsoft.com/office/drawing/2014/main" id="{55D16312-0538-47C6-8A34-D9BF42FE1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90" y="2874987"/>
            <a:ext cx="2940638" cy="294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E1F358-2391-403F-B6D7-352661D4F379}"/>
              </a:ext>
            </a:extLst>
          </p:cNvPr>
          <p:cNvSpPr txBox="1"/>
          <p:nvPr/>
        </p:nvSpPr>
        <p:spPr>
          <a:xfrm>
            <a:off x="683394" y="375385"/>
            <a:ext cx="10818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50" b="1" dirty="0"/>
              <a:t>Ссылка на результат проекта в </a:t>
            </a:r>
            <a:r>
              <a:rPr lang="en-US" sz="3450" b="1" dirty="0"/>
              <a:t>GitHub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9B0DE9-C264-4533-B920-259023FA4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531" y="1497532"/>
            <a:ext cx="3862938" cy="386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71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343</Words>
  <Application>Microsoft Office PowerPoint</Application>
  <PresentationFormat>Широкоэкранный</PresentationFormat>
  <Paragraphs>54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Merriweather Bold</vt:lpstr>
      <vt:lpstr>Open Sans Bold</vt:lpstr>
      <vt:lpstr>Calibri Light</vt:lpstr>
      <vt:lpstr>Arial</vt:lpstr>
      <vt:lpstr>Calibri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Слава Сорокин</cp:lastModifiedBy>
  <cp:revision>9</cp:revision>
  <dcterms:created xsi:type="dcterms:W3CDTF">2026-09-22T10:13:03Z</dcterms:created>
  <dcterms:modified xsi:type="dcterms:W3CDTF">2026-09-24T07:02:38Z</dcterms:modified>
</cp:coreProperties>
</file>